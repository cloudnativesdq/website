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c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os-columnas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2000" y="2377440"/>
            <a:ext cx="8229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Título de la charla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62000" y="45720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A5B4C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A5B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 del ponente · Fecha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rgbClr val="0EA8E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spc="200" kern="0" dirty="0">
                <a:solidFill>
                  <a:srgbClr val="0EA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3017520"/>
            <a:ext cx="77724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Título de la sección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5B4C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2000" y="548640"/>
            <a:ext cx="10607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090D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rgbClr val="090D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62000" y="1600200"/>
            <a:ext cx="106070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2000" y="548640"/>
            <a:ext cx="10607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090D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rgbClr val="090D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62000" y="1600200"/>
            <a:ext cx="51206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Columna izquierda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248400" y="1600200"/>
            <a:ext cx="51206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Columna derecha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3063240"/>
            <a:ext cx="10362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4297680"/>
            <a:ext cx="103628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A5B4C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A5B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cloudnativesdq.org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5B4C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20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Título de la charla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62000" y="4572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5B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 del ponente · Meetup Cloud Native Santo Domingo · Fecha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2000" y="548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90D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62000" y="160020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Bienvenida y anuncios de la comunidad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Charla principal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y networking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EA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30175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Título de la sección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5B4C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2000" y="548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90D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Comparación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6200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uno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dos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tres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24840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uno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dos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tres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30632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42976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5B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cloudnativesdq.org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Cloud Native Santo Domingo</dc:title>
  <dc:subject>PptxGenJS Presentation</dc:subject>
  <dc:creator>Cloud Native Santo Domingo</dc:creator>
  <cp:lastModifiedBy>Cloud Native Santo Domingo</cp:lastModifiedBy>
  <cp:revision>1</cp:revision>
  <dcterms:created xsi:type="dcterms:W3CDTF">2026-10-26T21:47:40Z</dcterms:created>
  <dcterms:modified xsi:type="dcterms:W3CDTF">2026-10-26T21:47:40Z</dcterms:modified>
</cp:coreProperties>
</file>